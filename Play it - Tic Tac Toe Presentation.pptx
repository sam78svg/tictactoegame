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hyperlink" Target="https://github.com/Sam78Svg/TicTacToeGame" TargetMode="External"/><Relationship Id="rId5" Type="http://schemas.openxmlformats.org/officeDocument/2006/relationships/hyperlink" Target="https://github.com/Sam78Svg/TicTacToeGame" TargetMode="External"/><Relationship Id="rId6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820715" y="2232719"/>
            <a:ext cx="4550568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PLAY IT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 REIMAGINED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119187" y="3931741"/>
            <a:ext cx="99536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An ultra-lightweight, high-performance Tic Tac Toe engine built with Vanilla JavaScript.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2581275"/>
            <a:ext cx="1143000" cy="5715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085623" y="2924175"/>
            <a:ext cx="6020752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PROJECT VISION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366962" y="3868935"/>
            <a:ext cx="74580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Synthesizing nostalgia with modern web performance standards.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952500" y="762000"/>
            <a:ext cx="54006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PHILOSOPHY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762000" y="762000"/>
            <a:ext cx="57150" cy="60007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62000" y="1952625"/>
            <a:ext cx="5334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Our design prioritizes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instant playability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 In a world of bloated applications, "Play it" focuses on the essentials: zero load times, intuitive UI, and flawless logic execution.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62000" y="3377207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goal was to create a "frictionless" gaming experience that adapts to any device seamlessly.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3828"/>
            <a:ext cx="3492549" cy="3731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53828"/>
            <a:ext cx="3492549" cy="3731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53828"/>
            <a:ext cx="3492549" cy="3731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434828"/>
            <a:ext cx="273054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952500" y="3130153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SEMANTIC HTML5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952500" y="3815953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Ensuring accessibility and structured DOM manipulation for screen readers and search engines.</a:t>
            </a:r>
            <a:endParaRPr/>
          </a:p>
        </p:txBody>
      </p:sp>
      <p:pic>
        <p:nvPicPr>
          <p:cNvPr descr="image.png" id="116" name="Google Shape;11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434828"/>
            <a:ext cx="273054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4730799" y="3130153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MODERN CSS3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730799" y="3815953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Leveraging CSS Grid and Flexbox for a robust, responsive layout without external frameworks.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434828"/>
            <a:ext cx="273054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509099" y="3130153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ES6+ JAVASCRIPT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509099" y="3815953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Clean, modular logic for win detection and state management with optimal memory usage.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TECHNICAL FOUNDATION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>
            <a:off x="5524500" y="2581275"/>
            <a:ext cx="1143000" cy="5715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3815715" y="2924175"/>
            <a:ext cx="456057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GAME LOGIC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2233612" y="3868935"/>
            <a:ext cx="77247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Deep dive into the win-detection algorithm and state management.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1921"/>
            <a:ext cx="5238750" cy="3755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41921"/>
            <a:ext cx="5238750" cy="3755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657129"/>
            <a:ext cx="4476750" cy="53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952500" y="2422921"/>
            <a:ext cx="47005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3X3 GRID MATRIX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952500" y="3108721"/>
            <a:ext cx="4476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game state is maintained in a single-dimensional array of 9 elements. This reduces overhead and simplifies indexing.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6762750" y="2422921"/>
            <a:ext cx="47005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8 STRATEGIC COMBINATIONS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6762750" y="3108721"/>
            <a:ext cx="4476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There are exactly 8 ways to win: 3 Horizontal, 3 Vertical, and 2 Diagonal. Our engine checks these 8 arrays after every move.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6762750" y="4619029"/>
            <a:ext cx="4476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Win: [0,1,2], [3,4,5], [6,7,8] ...</a:t>
            </a:r>
            <a:endParaRPr/>
          </a:p>
        </p:txBody>
      </p:sp>
      <p:pic>
        <p:nvPicPr>
          <p:cNvPr descr="image.png" id="145" name="Google Shape;14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4847629"/>
            <a:ext cx="4095750" cy="14927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WINNING CONDITIONS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1238250" y="3090862"/>
            <a:ext cx="24669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&lt;4KB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1238250" y="4519612"/>
            <a:ext cx="2466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LOGIC SCRIPT SIZE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5038725" y="3090862"/>
            <a:ext cx="21526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0ms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5038725" y="4519612"/>
            <a:ext cx="2152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INPUT LATENCY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8524875" y="3090862"/>
            <a:ext cx="24288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100%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8524875" y="4519612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RESPONSIVENESS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PERFORMANCE METRICS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571500" y="4552057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"Play it" outpaces legacy solutions by eliminating the need for downloads or third-party plugins.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USER ENGAGEMENT COMPARISON</a:t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/>
          <p:nvPr/>
        </p:nvSpPr>
        <p:spPr>
          <a:xfrm>
            <a:off x="571500" y="3999607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510733" y="4132957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PHASE 1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571500" y="4628257"/>
            <a:ext cx="243066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Logic Prototyping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3383413" y="4132957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PHASE 2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3444180" y="4628257"/>
            <a:ext cx="243066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UI/UX Design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256094" y="4132957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PHASE 3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6316860" y="4628257"/>
            <a:ext cx="243066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DOM Integration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9128774" y="4132957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PHASE 4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9189541" y="4628257"/>
            <a:ext cx="243066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Global Launch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DEVELOPMENT LIFECYCLE</a:t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1672530" y="361860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4545210" y="361860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7417891" y="361860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10290571" y="361860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3587" y="1233487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952500" y="2090737"/>
            <a:ext cx="102870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9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"Simplicity is the final achievement. After one has played a vast quantity of notes, it is simplicity that emerges as the crowning reward of art." 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952500" y="5348287"/>
            <a:ext cx="10287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— Frédéric Chopin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 txBox="1"/>
          <p:nvPr/>
        </p:nvSpPr>
        <p:spPr>
          <a:xfrm>
            <a:off x="3955732" y="2396579"/>
            <a:ext cx="4280535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THE FUTURE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2286000" y="3341340"/>
            <a:ext cx="7620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Our roadmap includes Minimax AI integration for single-player modes and real-time multiplayer capability via WebSockets.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4"/>
          <p:cNvSpPr txBox="1"/>
          <p:nvPr/>
        </p:nvSpPr>
        <p:spPr>
          <a:xfrm>
            <a:off x="3935730" y="2095500"/>
            <a:ext cx="4320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43F5E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2852737" y="3040260"/>
            <a:ext cx="64866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Questions? We are ready to discuss the implementation.</a:t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3935725" y="4300600"/>
            <a:ext cx="5008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BD5E1"/>
                </a:solidFill>
              </a:rPr>
              <a:t> </a:t>
            </a:r>
            <a:r>
              <a:rPr lang="en-US" sz="1700" u="sng">
                <a:solidFill>
                  <a:schemeClr val="hlink"/>
                </a:solidFill>
                <a:hlinkClick r:id="rId4"/>
              </a:rPr>
              <a:t>https://github.com/Sam78Svg/TicTacToeGa</a:t>
            </a:r>
            <a:r>
              <a:rPr lang="en-US" sz="1700" u="sng">
                <a:solidFill>
                  <a:schemeClr val="hlink"/>
                </a:solidFill>
                <a:hlinkClick r:id="rId5"/>
              </a:rPr>
              <a:t>me</a:t>
            </a:r>
            <a:endParaRPr sz="1700">
              <a:solidFill>
                <a:srgbClr val="CBD5E1"/>
              </a:solidFill>
            </a:endParaRPr>
          </a:p>
        </p:txBody>
      </p:sp>
      <p:pic>
        <p:nvPicPr>
          <p:cNvPr descr="image.png" id="213" name="Google Shape;21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35713" y="4317101"/>
            <a:ext cx="2190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5"/>
          <p:cNvSpPr/>
          <p:nvPr/>
        </p:nvSpPr>
        <p:spPr>
          <a:xfrm>
            <a:off x="571500" y="313952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571500" y="3914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571500" y="3914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2" name="Google Shape;22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8895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 txBox="1"/>
          <p:nvPr/>
        </p:nvSpPr>
        <p:spPr>
          <a:xfrm>
            <a:off x="1666875" y="328240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https://cdn.dribbble.com/userupload/45975667/file/7cb97b3ac35df406f73b8b509f5b8f1b.jpg?crop=0x261-1000x1011&amp;format=webp&amp;resize=400x300&amp;vertical=center</a:t>
            </a:r>
            <a:endParaRPr/>
          </a:p>
        </p:txBody>
      </p:sp>
      <p:sp>
        <p:nvSpPr>
          <p:cNvPr id="224" name="Google Shape;224;p25"/>
          <p:cNvSpPr txBox="1"/>
          <p:nvPr/>
        </p:nvSpPr>
        <p:spPr>
          <a:xfrm>
            <a:off x="1666875" y="352811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dribbble.com</a:t>
            </a:r>
            <a:endParaRPr/>
          </a:p>
        </p:txBody>
      </p:sp>
      <p:pic>
        <p:nvPicPr>
          <p:cNvPr descr="image.png" id="225" name="Google Shape;22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737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5"/>
          <p:cNvSpPr txBox="1"/>
          <p:nvPr/>
        </p:nvSpPr>
        <p:spPr>
          <a:xfrm>
            <a:off x="1666875" y="406717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https://images.stockcake.com/public/a/b/0/ab091079-9d33-400c-8d31-497414cbef46_medium/neon-data-interface-stockcake.jpg</a:t>
            </a:r>
            <a:endParaRPr/>
          </a:p>
        </p:txBody>
      </p:sp>
      <p:sp>
        <p:nvSpPr>
          <p:cNvPr id="227" name="Google Shape;227;p25"/>
          <p:cNvSpPr txBox="1"/>
          <p:nvPr/>
        </p:nvSpPr>
        <p:spPr>
          <a:xfrm>
            <a:off x="1666875" y="431289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stockcake.com</a:t>
            </a:r>
            <a:endParaRPr/>
          </a:p>
        </p:txBody>
      </p:sp>
      <p:sp>
        <p:nvSpPr>
          <p:cNvPr id="228" name="Google Shape;228;p2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29" name="Google Shape;229;p2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